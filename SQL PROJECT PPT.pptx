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8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0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1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8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4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0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4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6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4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3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5381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67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30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72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4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88EF9-4930-4C4A-B79B-C81A3DC1A98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883B6-78DC-45DC-BA2D-A0622F5AE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7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3649-B103-08F4-99BF-31571C51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88" y="2102679"/>
            <a:ext cx="10353761" cy="2382235"/>
          </a:xfrm>
        </p:spPr>
        <p:txBody>
          <a:bodyPr>
            <a:normAutofit fontScale="90000"/>
          </a:bodyPr>
          <a:lstStyle/>
          <a:p>
            <a:r>
              <a:rPr lang="en-US" sz="7300" dirty="0">
                <a:latin typeface="Arial" panose="020B0604020202020204" pitchFamily="34" charset="0"/>
                <a:cs typeface="Arial" panose="020B0604020202020204" pitchFamily="34" charset="0"/>
              </a:rPr>
              <a:t>HOSPITAL PATIENT MANAGEMENT SYSTEM</a:t>
            </a:r>
            <a:br>
              <a:rPr lang="en-US" sz="49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Name of Team Members: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S.K. Rahul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Lakshya Bhatia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Omkar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Vaity</a:t>
            </a:r>
            <a:br>
              <a:rPr lang="en-IN" dirty="0">
                <a:effectLst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Batch Code: DA634S63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Project Guide: Komilla Bhatia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34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A610-382A-DAD7-013E-1841C3E0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8" y="299924"/>
            <a:ext cx="9812960" cy="984590"/>
          </a:xfrm>
        </p:spPr>
        <p:txBody>
          <a:bodyPr/>
          <a:lstStyle/>
          <a:p>
            <a:pPr algn="l"/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C9BBD-0A38-584D-32E5-0872F04EE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28" y="2062716"/>
            <a:ext cx="10668000" cy="406594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Hospital struggled with managing patient data, staff assignments, appointments, room allocations, and billing in different departments.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processes caused inefficiencies, delays, and data inconsistencies. This project aims to create a centralized relational database.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will streamline operations, improve data accuracy, and provide insights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14428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321C-AD7D-7611-C20D-ED53346F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38" y="272142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94C1F-CDA1-5326-7F31-0814A10D0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81" y="1965435"/>
            <a:ext cx="11071376" cy="369513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ensure accurate and coordinated patients record.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automate all the appointments, billing, and room allocation.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generate performance feedbacks.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improve hospital efficiency through data-driven decision-making.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ensure secured and auditable data retentions.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496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9136-5FDD-7DDF-0164-97E41259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7" y="609600"/>
            <a:ext cx="10906049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Business Objective Wise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F9FA4-0A7B-E9A2-6144-EA45DEB4D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361877"/>
            <a:ext cx="10353762" cy="3695136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is it possible to track patient appointments and their assigned doctors effectively?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departments are responsible for more patient admissions or higher revenues than others?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identify patients with allergies from complex JSON data?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many patients have penicillin allergies?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doctor handled the most appointments?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many rooms are currently available?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distribution of Paid vs Unpaid bills?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82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444F-4942-6710-1B8B-66D73A08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4" y="275552"/>
            <a:ext cx="9906000" cy="105250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DATA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58AB88-BE49-1B00-79DA-897624730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698424"/>
              </p:ext>
            </p:extLst>
          </p:nvPr>
        </p:nvGraphicFramePr>
        <p:xfrm>
          <a:off x="576943" y="1328059"/>
          <a:ext cx="11001914" cy="54102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00957">
                  <a:extLst>
                    <a:ext uri="{9D8B030D-6E8A-4147-A177-3AD203B41FA5}">
                      <a16:colId xmlns:a16="http://schemas.microsoft.com/office/drawing/2014/main" val="3415812505"/>
                    </a:ext>
                  </a:extLst>
                </a:gridCol>
                <a:gridCol w="5500957">
                  <a:extLst>
                    <a:ext uri="{9D8B030D-6E8A-4147-A177-3AD203B41FA5}">
                      <a16:colId xmlns:a16="http://schemas.microsoft.com/office/drawing/2014/main" val="4109982012"/>
                    </a:ext>
                  </a:extLst>
                </a:gridCol>
              </a:tblGrid>
              <a:tr h="47947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891594"/>
                  </a:ext>
                </a:extLst>
              </a:tr>
              <a:tr h="52099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patients medical and personal details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12870"/>
                  </a:ext>
                </a:extLst>
              </a:tr>
              <a:tr h="28778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Staff</a:t>
                      </a:r>
                    </a:p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information about hospital employees</a:t>
                      </a:r>
                    </a:p>
                    <a:p>
                      <a:pPr algn="ct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96963"/>
                  </a:ext>
                </a:extLst>
              </a:tr>
              <a:tr h="6120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Department</a:t>
                      </a:r>
                    </a:p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details of all department's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05873"/>
                  </a:ext>
                </a:extLst>
              </a:tr>
              <a:tr h="40581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details of all scheduled 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746942"/>
                  </a:ext>
                </a:extLst>
              </a:tr>
              <a:tr h="6120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Billing</a:t>
                      </a:r>
                    </a:p>
                    <a:p>
                      <a:pPr algn="ctr"/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all details of payments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698629"/>
                  </a:ext>
                </a:extLst>
              </a:tr>
              <a:tr h="6120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details about hospital rooms</a:t>
                      </a:r>
                    </a:p>
                    <a:p>
                      <a:pPr algn="ctr"/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495303"/>
                  </a:ext>
                </a:extLst>
              </a:tr>
              <a:tr h="6120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data for patients who receive treatments without being admitted.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675920"/>
                  </a:ext>
                </a:extLst>
              </a:tr>
              <a:tr h="48828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OutPatientAppointment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details for scheduled outpatients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147155"/>
                  </a:ext>
                </a:extLst>
              </a:tr>
              <a:tr h="48828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OutPatientBilling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Stores details of outpatient payments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63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770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CDC5-DF92-975B-ABD7-88F62ED5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79" y="247311"/>
            <a:ext cx="10353761" cy="921488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ER Diagram</a:t>
            </a:r>
          </a:p>
        </p:txBody>
      </p:sp>
      <p:pic>
        <p:nvPicPr>
          <p:cNvPr id="5" name="Content Placeholder 4" descr="A diagram of a patient management system&#10;&#10;AI-generated content may be incorrect.">
            <a:extLst>
              <a:ext uri="{FF2B5EF4-FFF2-40B4-BE49-F238E27FC236}">
                <a16:creationId xmlns:a16="http://schemas.microsoft.com/office/drawing/2014/main" id="{5E7E205F-D9AD-42E3-21CC-2C66FFD45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07" y="1216505"/>
            <a:ext cx="10771386" cy="5518591"/>
          </a:xfrm>
        </p:spPr>
      </p:pic>
    </p:spTree>
    <p:extLst>
      <p:ext uri="{BB962C8B-B14F-4D97-AF65-F5344CB8AC3E}">
        <p14:creationId xmlns:p14="http://schemas.microsoft.com/office/powerpoint/2010/main" val="265721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8C8E-3E61-B3EF-D52A-FEFC45CCA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90" y="269358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7206-79EA-6693-F40C-6ABF518D5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90" y="1915310"/>
            <a:ext cx="10618971" cy="467333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complete hospital database with 9 different tables which are connected using foreign key to ensure data integrity and consistency.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system ensures that every interaction from scheduling appointments to billing is linked to get all insight of the patients.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separate billing table ensures accurate tracking of hospital revenue for all the patients services which allow management to make easy financial decisions.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Connecting appointments table to staff and department records which ensures less paperwork by staff and allow more focus on patients by doctors.</a:t>
            </a:r>
          </a:p>
        </p:txBody>
      </p:sp>
    </p:spTree>
    <p:extLst>
      <p:ext uri="{BB962C8B-B14F-4D97-AF65-F5344CB8AC3E}">
        <p14:creationId xmlns:p14="http://schemas.microsoft.com/office/powerpoint/2010/main" val="373311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557E-BD41-7FC8-5D64-58AFBFA8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32" y="237461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3C80-5C32-230B-0107-CFDE848C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32" y="1669311"/>
            <a:ext cx="11536931" cy="4508205"/>
          </a:xfrm>
        </p:spPr>
        <p:txBody>
          <a:bodyPr>
            <a:noAutofit/>
          </a:bodyPr>
          <a:lstStyle/>
          <a:p>
            <a:r>
              <a:rPr lang="en-US" sz="2400" dirty="0"/>
              <a:t>The centralized hospital database significantly improves operational efficiency. </a:t>
            </a:r>
          </a:p>
          <a:p>
            <a:r>
              <a:rPr lang="en-US" sz="2400" dirty="0"/>
              <a:t>Accurate and connected records enable faster patient processing, reduced errors, and strong financial tracking. </a:t>
            </a:r>
          </a:p>
          <a:p>
            <a:r>
              <a:rPr lang="en-US" sz="2400" dirty="0"/>
              <a:t>The system provides department‑wise performance insights and ensures transparent audit trails for billing and appointments. </a:t>
            </a:r>
          </a:p>
          <a:p>
            <a:r>
              <a:rPr lang="en-US" sz="2400" dirty="0"/>
              <a:t>This analytical structure empowers hospital management to make quick, informed decisions.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06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DA23-0BB7-C8B6-B137-AB8AC7E0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88" y="248093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Business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4E86-D181-A90A-24F4-694FCD5DB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26" y="1798351"/>
            <a:ext cx="11196689" cy="466624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absence of a front-end interface means all hospital staff (doctors, nurses, billing clerks) must interact directly using SQL queries. This is impractical and creates a massive barrier to daily operational use.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system's performance and reporting accuracy cannot be validated until it handles large, production-level datasets.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Hospital can face compatibility issues as system relies on advanced Json functions for handling medical history. If hospital uses older version of MySQL ,its core feature will fail.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system doesn’t have automatic generation of dashboard which leads to slow, inconsistent and delayed business decisions.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7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B002-E2C6-8848-BB32-683CE663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493" y="403639"/>
            <a:ext cx="10353761" cy="1326321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F0AB-468D-7E4E-6984-7095A6DC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143" y="2064165"/>
            <a:ext cx="11058465" cy="439019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Alerts: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Implement SMS/email notifications for appointments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reduce not showing patients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increase staff efficiency.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Financial Compliance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Increase the audit system to track all the updates and deletions on critical records which ensures complete history for compliances.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we must create flask or react based UI to make system operational for staffs.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PowerBI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/Tableau: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make easy analysis of data for managers to see all the useful insights on clicks.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4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1852-FA2D-146F-14A6-1D896D7E4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489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191</TotalTime>
  <Words>623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HOSPITAL PATIENT MANAGEMENT SYSTEM  Name of Team Members: S.K. Rahul Lakshya Bhatia Omkar Vaity Batch Code: DA634S63 Project Guide: Komilla Bhatia </vt:lpstr>
      <vt:lpstr>PROBLEM STATEMENT</vt:lpstr>
      <vt:lpstr>BUSINESS OBJECTIVE</vt:lpstr>
      <vt:lpstr>Business Objective Wise Questions</vt:lpstr>
      <vt:lpstr>DATA DESCRIPTION</vt:lpstr>
      <vt:lpstr>ER Diagram</vt:lpstr>
      <vt:lpstr>Summary</vt:lpstr>
      <vt:lpstr>CONCLUSION</vt:lpstr>
      <vt:lpstr>Business limitations</vt:lpstr>
      <vt:lpstr>Suggestions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acer</cp:lastModifiedBy>
  <cp:revision>7</cp:revision>
  <dcterms:created xsi:type="dcterms:W3CDTF">2025-11-13T20:41:13Z</dcterms:created>
  <dcterms:modified xsi:type="dcterms:W3CDTF">2025-11-14T16:11:53Z</dcterms:modified>
</cp:coreProperties>
</file>